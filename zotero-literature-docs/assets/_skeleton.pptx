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F2120-87E8-279E-F014-530F410E5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364450-2A56-61C1-B9F1-61933A0CF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13553-A04A-8321-980D-93CE518D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C5FF1-2A6D-C331-D7B3-ACA67988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DD225-9314-6360-1051-85B0611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2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AAA4E-362A-BF84-487C-69761A33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711E5-4DCE-8B75-B4AE-D4C42AB26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92D74-79C8-5BD4-4392-F0399AF5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0929B-2A40-9F1C-31F6-26A1DC4F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24BF4-34E9-79C8-C8AB-35ACF8B7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46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ACD01-0BDC-11B6-459F-60EE655DF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46AB1B-E53B-6AFB-672F-1A456FE1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BF7067-314F-985A-4BD5-00FCB644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E272C-3F21-353B-4E11-F872F09D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6554AE-BB5D-B02C-D6C2-489CCB99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77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14BD0-BE35-1050-09DE-1F05B271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6D31C-409A-15AE-8003-B147C073A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5FF157-A23C-EEE0-B361-780E59219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DE0564-C0E0-A621-F1F2-CAEA6377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63CFBC-9B75-504A-8485-7E8FDCD5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42A123-2185-8488-6EAB-781BF3FA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90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EBB43-25C5-3BCC-79BD-C6329336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97A27C-A733-4485-12D1-617C893B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F0822F-5082-70F1-DEA5-9ED2D6954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F51DF2-0407-3E9B-AB35-7B3E77AA4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756588-6D87-CF05-8366-7A180090C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DA78F2-9182-A81A-F713-E9DB76CD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E8BF97-1688-69CE-C230-9380A533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E5D203-C6DC-3729-6126-5B68AC99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927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868FC-F048-FA1A-DF3E-1E2751C3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6F2C37-85CF-1792-8981-15784035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6793C8-2ADE-65CE-D662-84CC5CFB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11D7F7-653A-8223-0588-E6C33209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85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1E27E8-8EBD-3990-BE8D-B73D6A63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BFC4D6-4B06-57ED-0DA4-658AAF3A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AF61B9-76A7-99B3-A713-56028D97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06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7E13A-6D85-04A8-1B74-A6438DB2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5B153-D999-5EA4-B28D-3BBA2CBB1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298BFD-0A47-F753-1C31-20C37655E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035656-8A81-A814-1E5E-541FA2CC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6A8A76-467A-9155-D564-E0767A4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00A371-D51D-F5D1-6F66-ACE184D6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3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A7DFD-C5C4-0027-830F-77880C6E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8104A5-E0D2-D1F3-489F-B0733A714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00D54B-DCD2-0D5C-1B2B-6ACE0364F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071864-5C02-408F-588F-DB47C4F1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ABCE46-BD4E-F3BE-FE1F-C206ACA2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71CCB2-BF73-A888-59C5-E9061281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75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97A72-1C85-A8E3-6D9C-4997925F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767D39-79A4-768F-984E-29552C37C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2C1A61-1623-43B7-0BE5-F260D3C0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E6BD38-D28F-8244-1657-06613291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884DC-B834-D57D-74FC-5C44F388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35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AFD2BE-4F6F-AF6D-4F13-1EF9AE553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C20354-837A-C8A0-23FB-D4A1DF14A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42017-7E7C-20CD-1C59-CF960A52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95324A-3F1D-CE3A-460C-0E98BA14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9F75B-F03C-D2DB-7CBE-785EE5C0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38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050567-3D80-43FE-EC45-7A5837A7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325D50-88F9-A930-A046-DD7E2E76F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55DD3-3AEA-45D5-5DCB-C1A4DFCD3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3346B-C1D3-49B3-A9CC-E5F69ED6D80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6C771-F4AB-8594-8C51-4D1FE405F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0F383C-8DB2-8500-A24F-FA63E9BF2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9D0E4-485C-45F3-98CE-24CFBA7A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88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65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621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94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029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471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311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98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91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385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91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714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412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353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72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29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</dc:creator>
  <cp:lastModifiedBy>K</cp:lastModifiedBy>
  <cp:revision>1</cp:revision>
  <dcterms:created xsi:type="dcterms:W3CDTF">2026-08-04T06:51:55Z</dcterms:created>
  <dcterms:modified xsi:type="dcterms:W3CDTF">2026-08-04T06:51:55Z</dcterms:modified>
</cp:coreProperties>
</file>